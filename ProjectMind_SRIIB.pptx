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74" r:id="rId2"/>
    <p:sldId id="375" r:id="rId3"/>
    <p:sldId id="257" r:id="rId4"/>
    <p:sldId id="376" r:id="rId5"/>
    <p:sldId id="377" r:id="rId6"/>
    <p:sldId id="384" r:id="rId7"/>
    <p:sldId id="385" r:id="rId8"/>
    <p:sldId id="378" r:id="rId9"/>
    <p:sldId id="379" r:id="rId10"/>
    <p:sldId id="380" r:id="rId11"/>
    <p:sldId id="382" r:id="rId12"/>
    <p:sldId id="3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kshith118/projectmind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rive.google.com/drive/folders/1Htehz235RAI-ZwC4iAQTQz3qvHiaeCTN?usp=sharing" TargetMode="External"/><Relationship Id="rId4" Type="http://schemas.openxmlformats.org/officeDocument/2006/relationships/hyperlink" Target="https://drive.google.com/drive/folders/1rBuxT9IImB2-se9nUwWRZBEdcPzfucTr?usp=sharin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>
            <a:fillRect/>
          </a:stretch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680" y="1619885"/>
            <a:ext cx="5132705" cy="52393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College:M S Ramaiah Institute of Technology</a:t>
            </a:r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Team Name:MindForge</a:t>
            </a:r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alt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Personalized AI-copilot for long-term project productivity</a:t>
            </a:r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Dikshith S(1MS24IS406)</a:t>
            </a: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Harshitha M V(1MS24IS407)</a:t>
            </a: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Nuthana T M(1MS24IS410)</a:t>
            </a: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  <a:sym typeface="+mn-ea"/>
              </a:rPr>
              <a:t>Suman J M(1MS23IS130)</a:t>
            </a: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349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Theme: Productivity &amp; GenAI Research</a:t>
            </a:r>
          </a:p>
          <a:p>
            <a:endParaRPr lang="en-US" sz="1200" dirty="0"/>
          </a:p>
          <a:p>
            <a:r>
              <a:rPr lang="en-US" sz="1300" b="1" dirty="0"/>
              <a:t>What Problem Are We Solving?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Project management tools are passive trackers, not intelligent execution partners.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Developers lose 40% of time to context switching across 10+ tools daily.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70% of work goes untracked due to manual logging fatigue.</a:t>
            </a:r>
          </a:p>
          <a:p>
            <a:endParaRPr lang="en-US" sz="1200" dirty="0"/>
          </a:p>
          <a:p>
            <a:r>
              <a:rPr lang="en-US" sz="1300" b="1" dirty="0"/>
              <a:t>Who Faces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Software dev teams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freelancers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startup founders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engineering managers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remote teams</a:t>
            </a:r>
          </a:p>
          <a:p>
            <a:endParaRPr lang="en-US" sz="1200" dirty="0"/>
          </a:p>
          <a:p>
            <a:r>
              <a:rPr lang="en-US" sz="1300" b="1" dirty="0"/>
              <a:t>Why It Matters?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$300B lost annually due to poor project management (PMI).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67% of projects fail due to lack of visibility.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AI guidance means teams work on wrong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Solution &amp; Gaps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Existing Tools &amp; Their Gaps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Trello/Asana: Static task tracking, no AI, manual updates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Jira: Complex, enterprise-heavy, no execution intelligence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GitHub Projects: No AI productivity reasoning or auto-tracking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Toggl/RescueTime: Track time but don’t understand what you’re building</a:t>
            </a:r>
          </a:p>
          <a:p>
            <a:endParaRPr lang="en-US" sz="1200" dirty="0"/>
          </a:p>
          <a:p>
            <a:r>
              <a:rPr lang="en-US" sz="1300" b="1" dirty="0"/>
              <a:t>Critical Gaps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automatic activity detection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AI delay prediction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intelligent recovery plans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real-time collaboration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unified developer workspace</a:t>
            </a:r>
          </a:p>
          <a:p>
            <a:endParaRPr lang="en-US" sz="1200" dirty="0"/>
          </a:p>
          <a:p>
            <a:r>
              <a:rPr lang="en-US" sz="1300" b="1" dirty="0"/>
              <a:t>Opportunity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Build an AI-native execution OS that automatically tracks developer activity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uses AI to recommend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detect delays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provide recovery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Solutions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438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What We Built: ProjectMind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 AI-powered developer productivity OS combining automatic activity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real-time collaboration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GitHub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multi-provider AI (Cloud + Local).</a:t>
            </a:r>
          </a:p>
          <a:p>
            <a:endParaRPr lang="en-US" sz="1200" dirty="0"/>
          </a:p>
          <a:p>
            <a:r>
              <a:rPr lang="en-US" sz="1300" b="1" dirty="0"/>
              <a:t>Core 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Traditional PM: You tell it what you did.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ProjectMind: It watches what you do, AI analyzes patterns, recommends next steps, predicts problems, and suggests recovery plans.</a:t>
            </a:r>
          </a:p>
          <a:p>
            <a:endParaRPr lang="en-US" sz="1200" dirty="0"/>
          </a:p>
          <a:p>
            <a:r>
              <a:rPr lang="en-US" sz="1300" b="1" dirty="0"/>
              <a:t>Key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 Task Planning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VS Code Activity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 Copilot Chat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Explainable AI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GitHub Integration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Real-Time Collaboration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Deep Focus Mode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 Demo Generator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Predictive Analytics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Intelligent Task Workspace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Demo/Product Walkthrough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326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User Flow</a:t>
            </a:r>
          </a:p>
          <a:p>
            <a:r>
              <a:rPr lang="en-US" sz="1200" dirty="0"/>
              <a:t>1. Register/Login → 2. Create Project (AI generates tasks, estimates, dependencies) → 3. Invite team members → 4. View AI productivity dashboard</a:t>
            </a:r>
          </a:p>
          <a:p>
            <a:r>
              <a:rPr lang="en-US" sz="1200" dirty="0"/>
              <a:t>5. Intelligent Task Workspace (AI recommends VS Code, Postman, GitHub) → 6. VS Code extension auto-tracks edits &amp; focus time → 7. GitHub commits auto-linked to tasks</a:t>
            </a:r>
          </a:p>
          <a:p>
            <a:r>
              <a:rPr lang="en-US" sz="1200" dirty="0"/>
              <a:t>8. AI Copilot: “What should I focus on?” → 9. AI detects stalled tasks &amp; generates recovery plans → 10. Real-time team sync via Socket.IO</a:t>
            </a:r>
          </a:p>
          <a:p>
            <a:endParaRPr lang="en-US" sz="1200" dirty="0"/>
          </a:p>
          <a:p>
            <a:r>
              <a:rPr lang="en-US" sz="1300" b="1" dirty="0"/>
              <a:t>Key Demo Moments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 Task Generation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Platform Auto-Launch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Automatic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Live AI Copilot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Delay Detection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Real-Time Team Updates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411480"/>
            <a:ext cx="5399405" cy="24758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1480"/>
            <a:ext cx="5503545" cy="2476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85" y="3637915"/>
            <a:ext cx="5344160" cy="2620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365" y="3576320"/>
            <a:ext cx="550418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5" y="173355"/>
            <a:ext cx="5316855" cy="26949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465" y="173355"/>
            <a:ext cx="5358130" cy="2694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15" y="3429000"/>
            <a:ext cx="5316855" cy="26142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8100" y="3429635"/>
            <a:ext cx="5357495" cy="2613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&amp; Architecture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253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Tech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Frontend: React 18, Vite, Tailwind CSS, Recharts, Socket.IO Client, Zustand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Backend: Node.js + Express, MongoDB + Mongoose, Socket.IO, JWT Auth, Multer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Integrations: GitHub API, VS Code Extension API, GitHub OAuth</a:t>
            </a:r>
          </a:p>
          <a:p>
            <a:endParaRPr lang="en-US" sz="1200" dirty="0"/>
          </a:p>
          <a:p>
            <a:r>
              <a:rPr lang="en-US" sz="1300" b="1" dirty="0"/>
              <a:t>AI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Model: Groq llama-3.3-70b-versatile (FREE, 14,400 req/day)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Fallback: Ollama (local AI)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Features: Task Planning, Copilot, Commit Analysis, Delay Detection, Recovery Plans</a:t>
            </a:r>
          </a:p>
          <a:p>
            <a:endParaRPr lang="en-US" sz="1200" dirty="0"/>
          </a:p>
          <a:p>
            <a:r>
              <a:rPr lang="en-US" sz="1300" b="1" dirty="0"/>
              <a:t>System Flow</a:t>
            </a:r>
          </a:p>
          <a:p>
            <a:r>
              <a:rPr lang="en-US" sz="1200" dirty="0"/>
              <a:t>VS Code Extension → Activity Logs → Backend API → MongoDB → Socket.IO broadcast → AI Analysis → Insights →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Use cases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Real-World Scenarios</a:t>
            </a:r>
          </a:p>
          <a:p>
            <a:pPr marL="228600" indent="-228600">
              <a:buAutoNum type="arabicPeriod"/>
            </a:pPr>
            <a:r>
              <a:rPr lang="en-US" sz="1200" dirty="0"/>
              <a:t>Startup MVP: 3-person team, tight deadline → ProjectMind auto-tracked work, AI recommended priorities → Shipped MVP 2 weeks early, 40% productivity increase</a:t>
            </a:r>
          </a:p>
          <a:p>
            <a:pPr marL="228600" indent="-228600">
              <a:buAutoNum type="arabicPeriod"/>
            </a:pPr>
            <a:r>
              <a:rPr lang="en-US" sz="1200" dirty="0"/>
              <a:t>Remote Team: 10 devs across 5 time zones → Real-time activity feed &amp; auto-tracking → 60% fewer status meetings, improved collaboration</a:t>
            </a:r>
          </a:p>
          <a:p>
            <a:pPr marL="228600" indent="-228600">
              <a:buAutoNum type="arabicPeriod"/>
            </a:pPr>
            <a:r>
              <a:rPr lang="en-US" sz="1200" dirty="0"/>
              <a:t>Freelancer: Managing 5 client projects → Automatic time tracking + AI task recommendations → Saved 10 hours/week on admin work</a:t>
            </a:r>
          </a:p>
          <a:p>
            <a:pPr marL="228600" indent="-228600">
              <a:buAutoNum type="arabicPeriod"/>
            </a:pPr>
            <a:r>
              <a:rPr lang="en-US" sz="1200" dirty="0"/>
              <a:t>Enterprise Team: 50+ devs, projects always delayed → AI delay detection &amp; recovery plans → 35% reduction in project delays</a:t>
            </a:r>
          </a:p>
          <a:p>
            <a:endParaRPr lang="en-US" sz="1200" dirty="0"/>
          </a:p>
          <a:p>
            <a:r>
              <a:rPr lang="en-US" sz="1300" b="1" dirty="0"/>
              <a:t>Scale Potential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27M software developers worldwide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$6.68B PM software market growing at 10.67% CAGR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Freemium: Free → $10/user/month Pro → $25/user/month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Differentiation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Why ProjectMind Stands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Automatic Activity Tracking: VS Code extension tracks work without manual logging (competitors require manual updates)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AI-Native Architecture: Built with AI at the core, not bolted on as an afterthought like Jira/Asana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Real-Time Collaboration: Socket.IO instant updates vs polling-based competitors  GitHub commit auto-analysis and task correlation</a:t>
            </a:r>
          </a:p>
          <a:p>
            <a:endParaRPr lang="en-US" sz="1200" dirty="0"/>
          </a:p>
          <a:p>
            <a:r>
              <a:rPr lang="en-US" sz="1300" b="1" dirty="0"/>
              <a:t>2 Strong MOATs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MOAT 1: Automatic Activity Intelligence – VS Code + AI + GitHub integration creates complete developer picture. Network effects: more data = better AI. Technically complex to replicate.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MOAT 2: Multi-Provider AI with Fallback – Cloud (Groq) + Local (Ollama) architecture. 99.9% uptime. Privacy option for enterprises. Unique technical architecture no competitor 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Link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GitHub Repository</a:t>
            </a:r>
          </a:p>
          <a:p>
            <a:r>
              <a:rPr lang="en-US" sz="1200" dirty="0">
                <a:hlinkClick r:id="rId3"/>
              </a:rPr>
              <a:t>https://github.com/Dikshith118/projectmind.git</a:t>
            </a:r>
            <a:endParaRPr lang="en-US" sz="1200" dirty="0"/>
          </a:p>
          <a:p>
            <a:endParaRPr lang="en-US" sz="1200" dirty="0"/>
          </a:p>
          <a:p>
            <a:r>
              <a:rPr lang="en-US" sz="1300" b="1" dirty="0"/>
              <a:t>Demo Video</a:t>
            </a:r>
          </a:p>
          <a:p>
            <a:r>
              <a:rPr lang="en-US" sz="1200" dirty="0">
                <a:hlinkClick r:id="rId4"/>
              </a:rPr>
              <a:t>https://drive.google.com/drive/folders/1rBuxT9IImB2-se9nUwWRZBEdcPzfucTr?usp=sharing</a:t>
            </a:r>
            <a:endParaRPr lang="en-US" sz="1200" dirty="0"/>
          </a:p>
          <a:p>
            <a:endParaRPr lang="en-US" sz="1200" dirty="0"/>
          </a:p>
          <a:p>
            <a:r>
              <a:rPr lang="en-US" sz="1300" b="1" dirty="0"/>
              <a:t>Documents Submitted</a:t>
            </a:r>
          </a:p>
          <a:p>
            <a:r>
              <a:rPr lang="en-US" sz="1400" dirty="0">
                <a:hlinkClick r:id="rId5"/>
              </a:rPr>
              <a:t>h</a:t>
            </a:r>
            <a:r>
              <a:rPr lang="en-US" sz="1200" dirty="0">
                <a:hlinkClick r:id="rId5"/>
              </a:rPr>
              <a:t>ttps://drive.google.com/drive/folders/1Htehz235RAI-ZwC4iAQTQz3qvHiaeCTN?usp=sharing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Roadmap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Future Roadmap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1 (Q3 2026): Mobile app (React Native), Slack/Discord integration, advanced analytics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2 (Q4 2026): AI autonomous execution engine, AI sprint manager, voice AI assistant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3 (2027): GitHub PR intelligence, IDE-native AI execution, AI team orchestration, Enterprise SSO, custom AI model training</a:t>
            </a:r>
          </a:p>
          <a:p>
            <a:endParaRPr lang="en-US" sz="1200" dirty="0"/>
          </a:p>
          <a:p>
            <a:r>
              <a:rPr lang="en-US" sz="1300" b="1" dirty="0"/>
              <a:t>Production-Ready Highlights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Clean MVC architecture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JWT + bcrypt security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Comprehensive README &amp; API docs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Multi-tenant scalable design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API-first approach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Built by developers, for developers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1014</Words>
  <Application>Microsoft Office PowerPoint</Application>
  <PresentationFormat>Widescreen</PresentationFormat>
  <Paragraphs>158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Dikshith S</cp:lastModifiedBy>
  <cp:revision>8</cp:revision>
  <dcterms:created xsi:type="dcterms:W3CDTF">2026-04-27T09:11:00Z</dcterms:created>
  <dcterms:modified xsi:type="dcterms:W3CDTF">2026-05-08T16:28:22Z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KSOProductBuildVer">
    <vt:lpwstr>1033-12.1.0.25242</vt:lpwstr>
  </property>
  <property fmtid="{D5CDD505-2E9C-101B-9397-08002B2CF9AE}" pid="4" name="ICV">
    <vt:lpwstr>FDDAEEA7D4F942F2B72426BF8072F1C1_12</vt:lpwstr>
  </property>
</Properties>
</file>